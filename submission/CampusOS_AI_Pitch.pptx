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CampusOS AI. Private, offline study assistant. Everything runs on the laptop — no account, no cloud, no API key. Built to be optimised for Snapdragon-powered HP PCs.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tools solve at most two of these. Cloud AI fails the fifth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differentiator. Question-answering is one step inside the loop, not the whole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strongest technical claim is a negative one — what the system is structurally unable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AI runtime sits behind an interface that has both an x64 and a Snapdragon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rules permit "intended to be optimized for". We ship a real path and a real harness, never invented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outbound connections is the one that matters — offline is proven by a test, not promised in a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 is the reason a student will put their real material into this rather than a cloud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product principles. Repo is public and every claim in this deck is runnable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5544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566160"/>
            <a:ext cx="3108960" cy="3108960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38528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CampusOS AI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6265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material. Your language. Offline.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84448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study assistant that turns a student’s own course PDFs into a voice-driven learning loop — cited explanations in their own language, then quizzes that reveal what they actually don’t know.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742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Snapdragon® AI Lab Build &amp; Present Challenge  ·  Solution Submission Round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53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Snapdragon-powered HP PCs  ·  github.com/abhayjeet5465/campusOs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problems at once. Tools solve two.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48656" cy="1847088"/>
          </a:xfrm>
          <a:prstGeom prst="roundRect">
            <a:avLst>
              <a:gd name="adj" fmla="val 3960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3852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17904" y="1920240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material is theirs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17904" y="2304288"/>
            <a:ext cx="4096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syllabus, the professor’s slides, last year’s paper. A general chatbot has never seen any of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2784" y="1645920"/>
            <a:ext cx="5248656" cy="1847088"/>
          </a:xfrm>
          <a:prstGeom prst="roundRect">
            <a:avLst>
              <a:gd name="adj" fmla="val 3960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47104" y="193852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47104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50608" y="1920240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verify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50608" y="2304288"/>
            <a:ext cx="4096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fluent wrong answer looks exactly like a right one — to the person still learning the topic.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58768"/>
            <a:ext cx="5248656" cy="1847088"/>
          </a:xfrm>
          <a:prstGeom prst="roundRect">
            <a:avLst>
              <a:gd name="adj" fmla="val 3960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5137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151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17904" y="4133088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language register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17904" y="4517136"/>
            <a:ext cx="4096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are in English. Understanding happens in Hinglish. They translate in their heads, under time pressure.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2784" y="3858768"/>
            <a:ext cx="5248656" cy="1847088"/>
          </a:xfrm>
          <a:prstGeom prst="roundRect">
            <a:avLst>
              <a:gd name="adj" fmla="val 3960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47104" y="415137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47104" y="4151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4133088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don’t know their gaps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50608" y="4517136"/>
            <a:ext cx="4096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Re-reading feels like studying. It is the worst way to find what you don’t know.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fifth: hostel Wi-Fi fails exactly during the 1 a.m. sessions when the help is needed most.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is the product — not the chat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73936"/>
            <a:ext cx="1956816" cy="2615184"/>
          </a:xfrm>
          <a:prstGeom prst="roundRect">
            <a:avLst>
              <a:gd name="adj" fmla="val 3738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4168" y="20848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44168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2004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PDFs.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Page-aware, local.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615184" y="28072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871216" y="1773936"/>
            <a:ext cx="1956816" cy="2615184"/>
          </a:xfrm>
          <a:prstGeom prst="roundRect">
            <a:avLst>
              <a:gd name="adj" fmla="val 3738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5304" y="20848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75304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980944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aloud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80944" y="32004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Push-to-talk.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Transcribed on device.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8072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102352" y="1773936"/>
            <a:ext cx="1956816" cy="2615184"/>
          </a:xfrm>
          <a:prstGeom prst="roundRect">
            <a:avLst>
              <a:gd name="adj" fmla="val 3738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20848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2004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citation,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the page.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077456" y="28072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333488" y="1773936"/>
            <a:ext cx="1956816" cy="2615184"/>
          </a:xfrm>
          <a:prstGeom prst="roundRect">
            <a:avLst>
              <a:gd name="adj" fmla="val 3738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37576" y="20848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37576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quizzed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443216" y="32004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built from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material.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308592" y="28072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9564624" y="1773936"/>
            <a:ext cx="1956816" cy="2615184"/>
          </a:xfrm>
          <a:prstGeom prst="roundRect">
            <a:avLst>
              <a:gd name="adj" fmla="val 373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68712" y="2084832"/>
            <a:ext cx="548640" cy="548640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68712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674352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674352" y="32004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back into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explanation.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718304"/>
            <a:ext cx="10881360" cy="1389888"/>
          </a:xfrm>
          <a:prstGeom prst="roundRect">
            <a:avLst>
              <a:gd name="adj" fmla="val 5263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1024128" y="4956048"/>
            <a:ext cx="10113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stop at the answer.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5321808"/>
            <a:ext cx="10113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Re-reading is the least effective way to find a gap. CampusOS closes the loop: it quizzes you, names the topic you actually failed, and links that topic straight back into an explanation drawn from your own pages.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CAN BE TRUSTED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refuses. And it cannot fake a citation.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5248656" cy="2340864"/>
          </a:xfrm>
          <a:prstGeom prst="roundRect">
            <a:avLst>
              <a:gd name="adj" fmla="val 3125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56816"/>
            <a:ext cx="475488" cy="475488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1938528"/>
            <a:ext cx="4059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refusal gate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523744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retrieval scores below threshold, the answer is refused before the language model is ever called — so the model cannot talk its way past it. The student is shown what was found nearby instead.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2784" y="1700784"/>
            <a:ext cx="5248656" cy="2340864"/>
          </a:xfrm>
          <a:prstGeom prst="roundRect">
            <a:avLst>
              <a:gd name="adj" fmla="val 3125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1956816"/>
            <a:ext cx="475488" cy="475488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68896" y="1938528"/>
            <a:ext cx="4059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validation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523744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[doc, p.N] marker is checked against the chunks actually supplied to the model. A page reference it invented is stripped before the student ever sees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52544"/>
            <a:ext cx="10881360" cy="1755648"/>
          </a:xfrm>
          <a:prstGeom prst="roundRect">
            <a:avLst>
              <a:gd name="adj" fmla="val 4167"/>
            </a:avLst>
          </a:prstGeom>
          <a:solidFill>
            <a:srgbClr val="141A33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60704" y="4626864"/>
            <a:ext cx="10040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is built so that it cannot cite a page it was not shown.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" y="5102352"/>
            <a:ext cx="10040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code and covered by tests — not requested in a prompt. This matters because the students who most need this tool are exactly the ones least able to catch a confident hallucination.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codebase. Two runtime configurations.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2331720" cy="4937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8096" y="1700784"/>
            <a:ext cx="20756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71800" y="1700784"/>
            <a:ext cx="2834640" cy="4937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99816" y="1700784"/>
            <a:ext cx="2578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06440" y="1700784"/>
            <a:ext cx="2743200" cy="4937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34456" y="1700784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host (x64)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49640" y="1700784"/>
            <a:ext cx="2971800" cy="4937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77656" y="1700784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 HP PC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194560"/>
            <a:ext cx="2331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" y="219456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71800" y="2194560"/>
            <a:ext cx="28346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099816" y="219456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HTTP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06440" y="2194560"/>
            <a:ext cx="2743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34456" y="219456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(CPU)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49640" y="2194560"/>
            <a:ext cx="29718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77656" y="2194560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GenieX / llama.cpp ARM64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2743200"/>
            <a:ext cx="2331720" cy="54864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8096" y="274320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71800" y="2743200"/>
            <a:ext cx="2834640" cy="54864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099816" y="274320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session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06440" y="2743200"/>
            <a:ext cx="2743200" cy="54864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34456" y="274320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CPUExecutionProvider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49640" y="2743200"/>
            <a:ext cx="2971800" cy="54864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77656" y="2743200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QNNExecutionProvider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291840"/>
            <a:ext cx="2331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68096" y="329184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71800" y="3291840"/>
            <a:ext cx="28346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099816" y="329184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session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06440" y="3291840"/>
            <a:ext cx="2743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934456" y="329184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(CPU)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49640" y="3291840"/>
            <a:ext cx="29718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677656" y="3291840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Hub Whisper via QNN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3840480"/>
            <a:ext cx="2331720" cy="54864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68096" y="3840480"/>
            <a:ext cx="207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971800" y="3840480"/>
            <a:ext cx="2834640" cy="54864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099816" y="384048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cosine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806440" y="3840480"/>
            <a:ext cx="2743200" cy="54864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934456" y="384048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549640" y="3840480"/>
            <a:ext cx="2971800" cy="548640"/>
          </a:xfrm>
          <a:prstGeom prst="rect">
            <a:avLst/>
          </a:prstGeom>
          <a:solidFill>
            <a:srgbClr val="F4F7F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677656" y="3840480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— sub-millisecond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" y="4645152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50976" y="4937760"/>
            <a:ext cx="475488" cy="475488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50976" y="4937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1572768" y="490118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Porting is configuration, not engineering.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1572768" y="5248656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model runs out-of-process behind an OpenAI-compatible endpoint, so swapping in GenieX is an environment variable. ONNX providers are chosen at startup by platform detection — QNN first, CPU immediately after in the same list, so an unsupported graph degrades instead of crashing. No application code changes.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SNAPDRAGON-POWERED HP PCS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 — and what we won’t claim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5248656" cy="3675888"/>
          </a:xfrm>
          <a:prstGeom prst="roundRect">
            <a:avLst>
              <a:gd name="adj" fmla="val 1990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56816"/>
            <a:ext cx="475488" cy="475488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1938528"/>
            <a:ext cx="4059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Done, in the shipped code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523744"/>
            <a:ext cx="4626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8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QNN execution-provider selection implemented, not described — active provider reported at /api/health</a:t>
            </a:r>
            <a:endParaRPr lang="en-US" sz="118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3218688"/>
            <a:ext cx="4626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8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GGUF weights run under llama.cpp on x64 and GenieX on Snapdragon, with no conversion step</a:t>
            </a:r>
            <a:endParaRPr lang="en-US" sz="118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3913632"/>
            <a:ext cx="4626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8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harness runs unmodified on ARM64, so both columns are directly comparable</a:t>
            </a:r>
            <a:endParaRPr lang="en-US" sz="118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4608576"/>
            <a:ext cx="46268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8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ARM64 setup guide ships in the repo — onnxruntime-qnn swap, QnnHtp.dll path, how to verify QNN loaded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272784" y="1700784"/>
            <a:ext cx="5248656" cy="3675888"/>
          </a:xfrm>
          <a:prstGeom prst="roundRect">
            <a:avLst>
              <a:gd name="adj" fmla="val 1990"/>
            </a:avLst>
          </a:prstGeom>
          <a:solidFill>
            <a:srgbClr val="141A33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65392" y="1956816"/>
            <a:ext cx="475488" cy="475488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65392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168896" y="1938528"/>
            <a:ext cx="4059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 — stated plainly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6565392" y="2560320"/>
            <a:ext cx="4626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NPU execution has been measured. This development machine has no NPU, and per ONNX Runtime’s documentation the win-x64 build supports QNN quantization and AOT compilation only — not inference.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65392" y="3803904"/>
            <a:ext cx="4626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NPU statement here is a documented deployment path with a citation. The Snapdragon column in our results table is deliberately empty and labelled “requires hardware”.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72414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rather show an honest gap a judge can verify than a projected number that would not survive scrutiny.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 is a command a judge can run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3371088" cy="1682496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65376"/>
            <a:ext cx="3005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23744"/>
            <a:ext cx="300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connections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3005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full pipeline run, asserted by test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95216" y="1719072"/>
            <a:ext cx="3371088" cy="1682496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8096" y="1865376"/>
            <a:ext cx="3005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11.9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78096" y="2523744"/>
            <a:ext cx="300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/ second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8096" y="2834640"/>
            <a:ext cx="3005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throughput, measured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50352" y="1719072"/>
            <a:ext cx="3371088" cy="1682496"/>
          </a:xfrm>
          <a:prstGeom prst="roundRect">
            <a:avLst>
              <a:gd name="adj" fmla="val 4348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33232" y="1865376"/>
            <a:ext cx="3005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ms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33232" y="2523744"/>
            <a:ext cx="3005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latency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33232" y="2834640"/>
            <a:ext cx="3005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cosine, no index needed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200400" cy="475488"/>
          </a:xfrm>
          <a:prstGeom prst="roundRect">
            <a:avLst>
              <a:gd name="adj" fmla="val 11538"/>
            </a:avLst>
          </a:prstGeom>
          <a:solidFill>
            <a:srgbClr val="EEF2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37490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tests\test_egress.py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078224" y="3749040"/>
            <a:ext cx="7443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every non-loopback socket, runs the full pipeline anyway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370832"/>
            <a:ext cx="3200400" cy="475488"/>
          </a:xfrm>
          <a:prstGeom prst="roundRect">
            <a:avLst>
              <a:gd name="adj" fmla="val 11538"/>
            </a:avLst>
          </a:prstGeom>
          <a:solidFill>
            <a:srgbClr val="EEF2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437083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tests\test_pipeline.py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078224" y="4370832"/>
            <a:ext cx="7443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retrieval, the refusal gate, and hard deletion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992624"/>
            <a:ext cx="3200400" cy="475488"/>
          </a:xfrm>
          <a:prstGeom prst="roundRect">
            <a:avLst>
              <a:gd name="adj" fmla="val 11538"/>
            </a:avLst>
          </a:prstGeom>
          <a:solidFill>
            <a:srgbClr val="EEF2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6384" y="499262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benchmarks\run.py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078224" y="4992624"/>
            <a:ext cx="7443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Regenerates the results table, including the active execution provider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614416"/>
            <a:ext cx="3200400" cy="475488"/>
          </a:xfrm>
          <a:prstGeom prst="roundRect">
            <a:avLst>
              <a:gd name="adj" fmla="val 11538"/>
            </a:avLst>
          </a:prstGeom>
          <a:solidFill>
            <a:srgbClr val="EEF2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86384" y="561441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eval\run_eval.py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078224" y="5614416"/>
            <a:ext cx="74432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and out-of-corpus refusal against a fixed evaluation set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ACCESS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7548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leaves the laptop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5248656" cy="1755648"/>
          </a:xfrm>
          <a:prstGeom prst="roundRect">
            <a:avLst>
              <a:gd name="adj" fmla="val 4167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7510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75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17904" y="197510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accounts, no keys, no cloud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17904" y="2340864"/>
            <a:ext cx="4096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authentication code anywhere in the repository, because there is nothing to authenticate 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2784" y="1700784"/>
            <a:ext cx="5248656" cy="1755648"/>
          </a:xfrm>
          <a:prstGeom prst="roundRect">
            <a:avLst>
              <a:gd name="adj" fmla="val 4167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47104" y="197510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47104" y="1975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50608" y="197510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telemetry of any kind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50608" y="2340864"/>
            <a:ext cx="4096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analytics, no crash reporting. The only network event in the product’s life is the first-run model download.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22192"/>
            <a:ext cx="5248656" cy="1755648"/>
          </a:xfrm>
          <a:prstGeom prst="roundRect">
            <a:avLst>
              <a:gd name="adj" fmla="val 4167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0965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17904" y="409651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is never stored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17904" y="4462272"/>
            <a:ext cx="4096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Transcribed, then the buffer is discarded. The transcript is shown for confirmation before it is used.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2784" y="3822192"/>
            <a:ext cx="5248656" cy="1755648"/>
          </a:xfrm>
          <a:prstGeom prst="roundRect">
            <a:avLst>
              <a:gd name="adj" fmla="val 4167"/>
            </a:avLst>
          </a:prstGeom>
          <a:solidFill>
            <a:srgbClr val="E8EDF7"/>
          </a:solidFill>
          <a:ln/>
          <a:effectLst>
            <a:outerShdw sx="100000" sy="100000" kx="0" ky="0" algn="bl" rotWithShape="0" blurRad="101600" dist="508" dir="5400000">
              <a:srgbClr val="9AA6BF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47104" y="40965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47104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409651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means delete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50608" y="4462272"/>
            <a:ext cx="4096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rows removed and the vector array rebuilt without them — asserted by test, not assumed.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79729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within an 8 GB RAM floor  ·  one command to start  ·  fully keyboard-operable — voice is never the only path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937760" cy="4937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2560320" cy="2560320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94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1790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tutor that has read your syllabus,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speaks your language, shows its sources,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88336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works with the Wi-Fi off.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564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model runs on the machine in front of them, not in someone else’s datacentre.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224528"/>
            <a:ext cx="2112264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4224528"/>
            <a:ext cx="2112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or silent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16936" y="4224528"/>
            <a:ext cx="1536192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16936" y="422452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Cite, always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4224528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42245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by default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02552" y="4224528"/>
            <a:ext cx="1632204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02552" y="4224528"/>
            <a:ext cx="16322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gap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1755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github.com/abhayjeet5465/campusOs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8704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Llama.  Models are downloaded from their original publishers and are not redistributed.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CampusOS AI</dc:title>
  <dc:subject>PptxGenJS Presentation</dc:subject>
  <dc:creator>abhayjeet5465</dc:creator>
  <cp:lastModifiedBy>abhayjeet5465</cp:lastModifiedBy>
  <cp:revision>1</cp:revision>
  <dcterms:created xsi:type="dcterms:W3CDTF">2026-09-29T08:55:40Z</dcterms:created>
  <dcterms:modified xsi:type="dcterms:W3CDTF">2026-09-29T08:55:40Z</dcterms:modified>
</cp:coreProperties>
</file>